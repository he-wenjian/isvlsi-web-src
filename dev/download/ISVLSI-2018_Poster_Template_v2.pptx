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39600188" cy="32399288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124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7" autoAdjust="0"/>
    <p:restoredTop sz="94660"/>
  </p:normalViewPr>
  <p:slideViewPr>
    <p:cSldViewPr>
      <p:cViewPr varScale="1">
        <p:scale>
          <a:sx n="25" d="100"/>
          <a:sy n="25" d="100"/>
        </p:scale>
        <p:origin x="2274" y="60"/>
      </p:cViewPr>
      <p:guideLst>
        <p:guide orient="horz" pos="10205"/>
        <p:guide pos="1247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79484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00375" y="514350"/>
            <a:ext cx="314325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91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04A9DD5-C1EC-4F4E-B03F-9D0C2B46B9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9877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C52B3E4-0214-41F9-8DC9-C470F55828CD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00375" y="514350"/>
            <a:ext cx="3143250" cy="257175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0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024" y="5302386"/>
            <a:ext cx="29700141" cy="11279752"/>
          </a:xfrm>
        </p:spPr>
        <p:txBody>
          <a:bodyPr anchor="b"/>
          <a:lstStyle>
            <a:lvl1pPr algn="ctr">
              <a:defRPr sz="1948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0024" y="17017128"/>
            <a:ext cx="29700141" cy="7822326"/>
          </a:xfrm>
        </p:spPr>
        <p:txBody>
          <a:bodyPr/>
          <a:lstStyle>
            <a:lvl1pPr marL="0" indent="0" algn="ctr">
              <a:buNone/>
              <a:defRPr sz="7795"/>
            </a:lvl1pPr>
            <a:lvl2pPr marL="1484986" indent="0" algn="ctr">
              <a:buNone/>
              <a:defRPr sz="6496"/>
            </a:lvl2pPr>
            <a:lvl3pPr marL="2969971" indent="0" algn="ctr">
              <a:buNone/>
              <a:defRPr sz="5846"/>
            </a:lvl3pPr>
            <a:lvl4pPr marL="4454957" indent="0" algn="ctr">
              <a:buNone/>
              <a:defRPr sz="5197"/>
            </a:lvl4pPr>
            <a:lvl5pPr marL="5939942" indent="0" algn="ctr">
              <a:buNone/>
              <a:defRPr sz="5197"/>
            </a:lvl5pPr>
            <a:lvl6pPr marL="7424928" indent="0" algn="ctr">
              <a:buNone/>
              <a:defRPr sz="5197"/>
            </a:lvl6pPr>
            <a:lvl7pPr marL="8909914" indent="0" algn="ctr">
              <a:buNone/>
              <a:defRPr sz="5197"/>
            </a:lvl7pPr>
            <a:lvl8pPr marL="10394899" indent="0" algn="ctr">
              <a:buNone/>
              <a:defRPr sz="5197"/>
            </a:lvl8pPr>
            <a:lvl9pPr marL="11879885" indent="0" algn="ctr">
              <a:buNone/>
              <a:defRPr sz="519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9667-D002-4CB3-8C39-7EB8E01661F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25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E3C2-3155-4D3F-96F8-5F838815AB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06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888" y="8077327"/>
            <a:ext cx="34155162" cy="13477201"/>
          </a:xfrm>
        </p:spPr>
        <p:txBody>
          <a:bodyPr anchor="b"/>
          <a:lstStyle>
            <a:lvl1pPr>
              <a:defRPr sz="1948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888" y="21682028"/>
            <a:ext cx="34155162" cy="7087342"/>
          </a:xfrm>
        </p:spPr>
        <p:txBody>
          <a:bodyPr/>
          <a:lstStyle>
            <a:lvl1pPr marL="0" indent="0">
              <a:buNone/>
              <a:defRPr sz="7795">
                <a:solidFill>
                  <a:schemeClr val="tx1">
                    <a:tint val="75000"/>
                  </a:schemeClr>
                </a:solidFill>
              </a:defRPr>
            </a:lvl1pPr>
            <a:lvl2pPr marL="1484986" indent="0">
              <a:buNone/>
              <a:defRPr sz="6496">
                <a:solidFill>
                  <a:schemeClr val="tx1">
                    <a:tint val="75000"/>
                  </a:schemeClr>
                </a:solidFill>
              </a:defRPr>
            </a:lvl2pPr>
            <a:lvl3pPr marL="2969971" indent="0">
              <a:buNone/>
              <a:defRPr sz="5846">
                <a:solidFill>
                  <a:schemeClr val="tx1">
                    <a:tint val="75000"/>
                  </a:schemeClr>
                </a:solidFill>
              </a:defRPr>
            </a:lvl3pPr>
            <a:lvl4pPr marL="4454957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4pPr>
            <a:lvl5pPr marL="5939942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5pPr>
            <a:lvl6pPr marL="7424928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6pPr>
            <a:lvl7pPr marL="8909914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7pPr>
            <a:lvl8pPr marL="10394899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8pPr>
            <a:lvl9pPr marL="11879885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35EF-8EFE-461D-B117-C600DA161E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37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2513" y="8624810"/>
            <a:ext cx="16830080" cy="205570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7595" y="8624810"/>
            <a:ext cx="16830080" cy="205570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5C08F-BFDB-4BB2-974C-0BAD5A38742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68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1" y="1724964"/>
            <a:ext cx="34155162" cy="626236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673" y="7942328"/>
            <a:ext cx="16752734" cy="3892412"/>
          </a:xfrm>
        </p:spPr>
        <p:txBody>
          <a:bodyPr anchor="b"/>
          <a:lstStyle>
            <a:lvl1pPr marL="0" indent="0">
              <a:buNone/>
              <a:defRPr sz="7795" b="1"/>
            </a:lvl1pPr>
            <a:lvl2pPr marL="1484986" indent="0">
              <a:buNone/>
              <a:defRPr sz="6496" b="1"/>
            </a:lvl2pPr>
            <a:lvl3pPr marL="2969971" indent="0">
              <a:buNone/>
              <a:defRPr sz="5846" b="1"/>
            </a:lvl3pPr>
            <a:lvl4pPr marL="4454957" indent="0">
              <a:buNone/>
              <a:defRPr sz="5197" b="1"/>
            </a:lvl4pPr>
            <a:lvl5pPr marL="5939942" indent="0">
              <a:buNone/>
              <a:defRPr sz="5197" b="1"/>
            </a:lvl5pPr>
            <a:lvl6pPr marL="7424928" indent="0">
              <a:buNone/>
              <a:defRPr sz="5197" b="1"/>
            </a:lvl6pPr>
            <a:lvl7pPr marL="8909914" indent="0">
              <a:buNone/>
              <a:defRPr sz="5197" b="1"/>
            </a:lvl7pPr>
            <a:lvl8pPr marL="10394899" indent="0">
              <a:buNone/>
              <a:defRPr sz="5197" b="1"/>
            </a:lvl8pPr>
            <a:lvl9pPr marL="11879885" indent="0">
              <a:buNone/>
              <a:defRPr sz="51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673" y="11834740"/>
            <a:ext cx="16752734" cy="17407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7595" y="7942328"/>
            <a:ext cx="16835238" cy="3892412"/>
          </a:xfrm>
        </p:spPr>
        <p:txBody>
          <a:bodyPr anchor="b"/>
          <a:lstStyle>
            <a:lvl1pPr marL="0" indent="0">
              <a:buNone/>
              <a:defRPr sz="7795" b="1"/>
            </a:lvl1pPr>
            <a:lvl2pPr marL="1484986" indent="0">
              <a:buNone/>
              <a:defRPr sz="6496" b="1"/>
            </a:lvl2pPr>
            <a:lvl3pPr marL="2969971" indent="0">
              <a:buNone/>
              <a:defRPr sz="5846" b="1"/>
            </a:lvl3pPr>
            <a:lvl4pPr marL="4454957" indent="0">
              <a:buNone/>
              <a:defRPr sz="5197" b="1"/>
            </a:lvl4pPr>
            <a:lvl5pPr marL="5939942" indent="0">
              <a:buNone/>
              <a:defRPr sz="5197" b="1"/>
            </a:lvl5pPr>
            <a:lvl6pPr marL="7424928" indent="0">
              <a:buNone/>
              <a:defRPr sz="5197" b="1"/>
            </a:lvl6pPr>
            <a:lvl7pPr marL="8909914" indent="0">
              <a:buNone/>
              <a:defRPr sz="5197" b="1"/>
            </a:lvl7pPr>
            <a:lvl8pPr marL="10394899" indent="0">
              <a:buNone/>
              <a:defRPr sz="5197" b="1"/>
            </a:lvl8pPr>
            <a:lvl9pPr marL="11879885" indent="0">
              <a:buNone/>
              <a:defRPr sz="51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7595" y="11834740"/>
            <a:ext cx="16835238" cy="17407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C8C92-5CDA-42CD-B867-D586DB7369D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459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602B-5AB6-4589-9BFB-3AE975C546A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5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588E-3872-4B13-A1B9-E6BEA70CBE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562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2159952"/>
            <a:ext cx="12772090" cy="7559834"/>
          </a:xfrm>
        </p:spPr>
        <p:txBody>
          <a:bodyPr anchor="b"/>
          <a:lstStyle>
            <a:lvl1pPr>
              <a:defRPr sz="10394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5238" y="4664900"/>
            <a:ext cx="20047595" cy="23024494"/>
          </a:xfrm>
        </p:spPr>
        <p:txBody>
          <a:bodyPr/>
          <a:lstStyle>
            <a:lvl1pPr>
              <a:defRPr sz="10394"/>
            </a:lvl1pPr>
            <a:lvl2pPr>
              <a:defRPr sz="9094"/>
            </a:lvl2pPr>
            <a:lvl3pPr>
              <a:defRPr sz="7795"/>
            </a:lvl3pPr>
            <a:lvl4pPr>
              <a:defRPr sz="6496"/>
            </a:lvl4pPr>
            <a:lvl5pPr>
              <a:defRPr sz="6496"/>
            </a:lvl5pPr>
            <a:lvl6pPr>
              <a:defRPr sz="6496"/>
            </a:lvl6pPr>
            <a:lvl7pPr>
              <a:defRPr sz="6496"/>
            </a:lvl7pPr>
            <a:lvl8pPr>
              <a:defRPr sz="6496"/>
            </a:lvl8pPr>
            <a:lvl9pPr>
              <a:defRPr sz="64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9719786"/>
            <a:ext cx="12772090" cy="18007107"/>
          </a:xfrm>
        </p:spPr>
        <p:txBody>
          <a:bodyPr/>
          <a:lstStyle>
            <a:lvl1pPr marL="0" indent="0">
              <a:buNone/>
              <a:defRPr sz="5197"/>
            </a:lvl1pPr>
            <a:lvl2pPr marL="1484986" indent="0">
              <a:buNone/>
              <a:defRPr sz="4547"/>
            </a:lvl2pPr>
            <a:lvl3pPr marL="2969971" indent="0">
              <a:buNone/>
              <a:defRPr sz="3898"/>
            </a:lvl3pPr>
            <a:lvl4pPr marL="4454957" indent="0">
              <a:buNone/>
              <a:defRPr sz="3248"/>
            </a:lvl4pPr>
            <a:lvl5pPr marL="5939942" indent="0">
              <a:buNone/>
              <a:defRPr sz="3248"/>
            </a:lvl5pPr>
            <a:lvl6pPr marL="7424928" indent="0">
              <a:buNone/>
              <a:defRPr sz="3248"/>
            </a:lvl6pPr>
            <a:lvl7pPr marL="8909914" indent="0">
              <a:buNone/>
              <a:defRPr sz="3248"/>
            </a:lvl7pPr>
            <a:lvl8pPr marL="10394899" indent="0">
              <a:buNone/>
              <a:defRPr sz="3248"/>
            </a:lvl8pPr>
            <a:lvl9pPr marL="11879885" indent="0">
              <a:buNone/>
              <a:defRPr sz="324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D2FA-4022-4D2B-B775-45683303E3F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16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2159952"/>
            <a:ext cx="12772090" cy="7559834"/>
          </a:xfrm>
        </p:spPr>
        <p:txBody>
          <a:bodyPr anchor="b"/>
          <a:lstStyle>
            <a:lvl1pPr>
              <a:defRPr sz="10394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835238" y="4664900"/>
            <a:ext cx="20047595" cy="23024494"/>
          </a:xfrm>
        </p:spPr>
        <p:txBody>
          <a:bodyPr/>
          <a:lstStyle>
            <a:lvl1pPr marL="0" indent="0">
              <a:buNone/>
              <a:defRPr sz="10394"/>
            </a:lvl1pPr>
            <a:lvl2pPr marL="1484986" indent="0">
              <a:buNone/>
              <a:defRPr sz="9094"/>
            </a:lvl2pPr>
            <a:lvl3pPr marL="2969971" indent="0">
              <a:buNone/>
              <a:defRPr sz="7795"/>
            </a:lvl3pPr>
            <a:lvl4pPr marL="4454957" indent="0">
              <a:buNone/>
              <a:defRPr sz="6496"/>
            </a:lvl4pPr>
            <a:lvl5pPr marL="5939942" indent="0">
              <a:buNone/>
              <a:defRPr sz="6496"/>
            </a:lvl5pPr>
            <a:lvl6pPr marL="7424928" indent="0">
              <a:buNone/>
              <a:defRPr sz="6496"/>
            </a:lvl6pPr>
            <a:lvl7pPr marL="8909914" indent="0">
              <a:buNone/>
              <a:defRPr sz="6496"/>
            </a:lvl7pPr>
            <a:lvl8pPr marL="10394899" indent="0">
              <a:buNone/>
              <a:defRPr sz="6496"/>
            </a:lvl8pPr>
            <a:lvl9pPr marL="11879885" indent="0">
              <a:buNone/>
              <a:defRPr sz="64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9719786"/>
            <a:ext cx="12772090" cy="18007107"/>
          </a:xfrm>
        </p:spPr>
        <p:txBody>
          <a:bodyPr/>
          <a:lstStyle>
            <a:lvl1pPr marL="0" indent="0">
              <a:buNone/>
              <a:defRPr sz="5197"/>
            </a:lvl1pPr>
            <a:lvl2pPr marL="1484986" indent="0">
              <a:buNone/>
              <a:defRPr sz="4547"/>
            </a:lvl2pPr>
            <a:lvl3pPr marL="2969971" indent="0">
              <a:buNone/>
              <a:defRPr sz="3898"/>
            </a:lvl3pPr>
            <a:lvl4pPr marL="4454957" indent="0">
              <a:buNone/>
              <a:defRPr sz="3248"/>
            </a:lvl4pPr>
            <a:lvl5pPr marL="5939942" indent="0">
              <a:buNone/>
              <a:defRPr sz="3248"/>
            </a:lvl5pPr>
            <a:lvl6pPr marL="7424928" indent="0">
              <a:buNone/>
              <a:defRPr sz="3248"/>
            </a:lvl6pPr>
            <a:lvl7pPr marL="8909914" indent="0">
              <a:buNone/>
              <a:defRPr sz="3248"/>
            </a:lvl7pPr>
            <a:lvl8pPr marL="10394899" indent="0">
              <a:buNone/>
              <a:defRPr sz="3248"/>
            </a:lvl8pPr>
            <a:lvl9pPr marL="11879885" indent="0">
              <a:buNone/>
              <a:defRPr sz="324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E20F-AAF3-444C-A119-12D547DB5B1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631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D35B-C8A7-4FD9-84EB-4CD89971628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11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8884" y="1724962"/>
            <a:ext cx="8538791" cy="274568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2513" y="1724962"/>
            <a:ext cx="25121369" cy="274568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107D-8B2A-467F-BB4D-4E087DD72DB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2513" y="1724964"/>
            <a:ext cx="34155162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2513" y="8624810"/>
            <a:ext cx="34155162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2513" y="30029342"/>
            <a:ext cx="891004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7563" y="30029342"/>
            <a:ext cx="1336506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7633" y="30029342"/>
            <a:ext cx="891004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F4632-79BA-4AE7-B571-36366BFF01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 userDrawn="1"/>
        </p:nvGraphicFramePr>
        <p:xfrm>
          <a:off x="518755" y="4460772"/>
          <a:ext cx="38346015" cy="275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Bitmap Image" r:id="rId14" imgW="7621064" imgH="6409524" progId="Paint.Picture">
                  <p:embed/>
                </p:oleObj>
              </mc:Choice>
              <mc:Fallback>
                <p:oleObj name="Bitmap Image" r:id="rId14" imgW="7621064" imgH="64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70000" contrast="-7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0344" b="10921"/>
                      <a:stretch>
                        <a:fillRect/>
                      </a:stretch>
                    </p:blipFill>
                    <p:spPr bwMode="auto">
                      <a:xfrm>
                        <a:off x="518755" y="4460772"/>
                        <a:ext cx="38346015" cy="275863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>
                                <a:alpha val="49019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57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69971" rtl="0" eaLnBrk="1" latinLnBrk="0" hangingPunct="1">
        <a:lnSpc>
          <a:spcPct val="90000"/>
        </a:lnSpc>
        <a:spcBef>
          <a:spcPct val="0"/>
        </a:spcBef>
        <a:buNone/>
        <a:defRPr sz="14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493" indent="-742493" algn="l" defTabSz="2969971" rtl="0" eaLnBrk="1" latinLnBrk="0" hangingPunct="1">
        <a:lnSpc>
          <a:spcPct val="90000"/>
        </a:lnSpc>
        <a:spcBef>
          <a:spcPts val="3248"/>
        </a:spcBef>
        <a:buFont typeface="Arial" panose="020B0604020202020204" pitchFamily="34" charset="0"/>
        <a:buChar char="•"/>
        <a:defRPr sz="9094" kern="1200">
          <a:solidFill>
            <a:schemeClr val="tx1"/>
          </a:solidFill>
          <a:latin typeface="+mn-lt"/>
          <a:ea typeface="+mn-ea"/>
          <a:cs typeface="+mn-cs"/>
        </a:defRPr>
      </a:lvl1pPr>
      <a:lvl2pPr marL="2227478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2pPr>
      <a:lvl3pPr marL="3712464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6496" kern="1200">
          <a:solidFill>
            <a:schemeClr val="tx1"/>
          </a:solidFill>
          <a:latin typeface="+mn-lt"/>
          <a:ea typeface="+mn-ea"/>
          <a:cs typeface="+mn-cs"/>
        </a:defRPr>
      </a:lvl3pPr>
      <a:lvl4pPr marL="5197450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4pPr>
      <a:lvl5pPr marL="6682435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5pPr>
      <a:lvl6pPr marL="8167421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6pPr>
      <a:lvl7pPr marL="9652406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7pPr>
      <a:lvl8pPr marL="11137392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8pPr>
      <a:lvl9pPr marL="12622378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1pPr>
      <a:lvl2pPr marL="1484986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2pPr>
      <a:lvl3pPr marL="2969971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3pPr>
      <a:lvl4pPr marL="4454957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4pPr>
      <a:lvl5pPr marL="5939942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5pPr>
      <a:lvl6pPr marL="7424928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6pPr>
      <a:lvl7pPr marL="8909914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7pPr>
      <a:lvl8pPr marL="10394899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8pPr>
      <a:lvl9pPr marL="11879885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7144"/>
            <a:ext cx="39598039" cy="3236825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8868310" y="127027"/>
            <a:ext cx="27223651" cy="78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7874" b="1" dirty="0">
                <a:solidFill>
                  <a:srgbClr val="3366FF"/>
                </a:solidFill>
                <a:latin typeface="Georgia" panose="02040502050405020303" pitchFamily="18" charset="0"/>
              </a:rPr>
              <a:t>Title</a:t>
            </a:r>
            <a:endParaRPr lang="en-US" altLang="en-US" sz="7874" b="1" baseline="30000" dirty="0">
              <a:solidFill>
                <a:srgbClr val="3366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10930709" y="2078863"/>
            <a:ext cx="23614454" cy="636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19538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919538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919538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919538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919538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6299" b="1" dirty="0">
                <a:solidFill>
                  <a:srgbClr val="00B050"/>
                </a:solidFill>
                <a:latin typeface="+mj-lt"/>
              </a:rPr>
              <a:t>Author</a:t>
            </a:r>
            <a:endParaRPr lang="en-US" altLang="en-US" sz="4724" b="1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2054" name="Line 11"/>
          <p:cNvSpPr>
            <a:spLocks noChangeShapeType="1"/>
          </p:cNvSpPr>
          <p:nvPr/>
        </p:nvSpPr>
        <p:spPr bwMode="auto">
          <a:xfrm>
            <a:off x="2149" y="4083844"/>
            <a:ext cx="39598039" cy="574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892"/>
          </a:p>
        </p:txBody>
      </p:sp>
      <p:graphicFrame>
        <p:nvGraphicFramePr>
          <p:cNvPr id="205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16440"/>
              </p:ext>
            </p:extLst>
          </p:nvPr>
        </p:nvGraphicFramePr>
        <p:xfrm>
          <a:off x="24542533" y="29917807"/>
          <a:ext cx="721839" cy="906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Bitmap Image" r:id="rId4" imgW="533474" imgH="847843" progId="Paint.Picture">
                  <p:embed/>
                </p:oleObj>
              </mc:Choice>
              <mc:Fallback>
                <p:oleObj name="Bitmap Image" r:id="rId4" imgW="533474" imgH="847843" progId="Paint.Picture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533" y="29917807"/>
                        <a:ext cx="721839" cy="906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75805"/>
              </p:ext>
            </p:extLst>
          </p:nvPr>
        </p:nvGraphicFramePr>
        <p:xfrm>
          <a:off x="24645654" y="31236513"/>
          <a:ext cx="721839" cy="479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Bitmap Image" r:id="rId6" imgW="533474" imgH="323981" progId="Paint.Picture">
                  <p:embed/>
                </p:oleObj>
              </mc:Choice>
              <mc:Fallback>
                <p:oleObj name="Bitmap Image" r:id="rId6" imgW="533474" imgH="323981" progId="Paint.Picture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5654" y="31236513"/>
                        <a:ext cx="721839" cy="479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AutoShape 23"/>
          <p:cNvSpPr>
            <a:spLocks noChangeArrowheads="1"/>
          </p:cNvSpPr>
          <p:nvPr/>
        </p:nvSpPr>
        <p:spPr bwMode="auto">
          <a:xfrm>
            <a:off x="618718" y="4464844"/>
            <a:ext cx="19283420" cy="8811358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62" name="Text Box 24"/>
          <p:cNvSpPr txBox="1">
            <a:spLocks noChangeArrowheads="1"/>
          </p:cNvSpPr>
          <p:nvPr/>
        </p:nvSpPr>
        <p:spPr bwMode="auto">
          <a:xfrm>
            <a:off x="1134319" y="4562677"/>
            <a:ext cx="18355340" cy="102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19538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38525" indent="-1322388" defTabSz="3919538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19538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19538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19538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195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Introduction</a:t>
            </a:r>
            <a:endParaRPr lang="en-US" altLang="en-US" sz="4199" b="1">
              <a:latin typeface="Georgia" panose="02040502050405020303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rgbClr val="FF3300"/>
              </a:buClr>
              <a:buFontTx/>
              <a:buNone/>
            </a:pPr>
            <a:endParaRPr lang="en-US" altLang="en-US" sz="3674">
              <a:latin typeface="Georgia" panose="02040502050405020303" pitchFamily="18" charset="0"/>
            </a:endParaRPr>
          </a:p>
        </p:txBody>
      </p:sp>
      <p:sp>
        <p:nvSpPr>
          <p:cNvPr id="2063" name="AutoShape 72"/>
          <p:cNvSpPr>
            <a:spLocks noChangeArrowheads="1"/>
          </p:cNvSpPr>
          <p:nvPr/>
        </p:nvSpPr>
        <p:spPr bwMode="auto">
          <a:xfrm>
            <a:off x="669074" y="13493916"/>
            <a:ext cx="19283420" cy="13426830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64" name="AutoShape 187"/>
          <p:cNvSpPr>
            <a:spLocks noChangeArrowheads="1"/>
          </p:cNvSpPr>
          <p:nvPr/>
        </p:nvSpPr>
        <p:spPr bwMode="auto">
          <a:xfrm>
            <a:off x="20513630" y="4432536"/>
            <a:ext cx="18149100" cy="4375708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65" name="AutoShape 190"/>
          <p:cNvSpPr>
            <a:spLocks noChangeArrowheads="1"/>
          </p:cNvSpPr>
          <p:nvPr/>
        </p:nvSpPr>
        <p:spPr bwMode="auto">
          <a:xfrm>
            <a:off x="20307390" y="8998325"/>
            <a:ext cx="18458461" cy="7192945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66" name="Text Box 372"/>
          <p:cNvSpPr txBox="1">
            <a:spLocks noChangeArrowheads="1"/>
          </p:cNvSpPr>
          <p:nvPr/>
        </p:nvSpPr>
        <p:spPr bwMode="auto">
          <a:xfrm>
            <a:off x="20830217" y="9118208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Algorithm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67" name="AutoShape 374"/>
          <p:cNvSpPr>
            <a:spLocks noChangeArrowheads="1"/>
          </p:cNvSpPr>
          <p:nvPr/>
        </p:nvSpPr>
        <p:spPr bwMode="auto">
          <a:xfrm>
            <a:off x="20410511" y="16669609"/>
            <a:ext cx="18252221" cy="8140635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68" name="Text Box 375"/>
          <p:cNvSpPr txBox="1">
            <a:spLocks noChangeArrowheads="1"/>
          </p:cNvSpPr>
          <p:nvPr/>
        </p:nvSpPr>
        <p:spPr bwMode="auto">
          <a:xfrm>
            <a:off x="20933339" y="16670800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Results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69" name="AutoShape 576"/>
          <p:cNvSpPr>
            <a:spLocks noChangeArrowheads="1"/>
          </p:cNvSpPr>
          <p:nvPr/>
        </p:nvSpPr>
        <p:spPr bwMode="auto">
          <a:xfrm>
            <a:off x="20513630" y="25267444"/>
            <a:ext cx="18149100" cy="2894319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70" name="Text Box 372"/>
          <p:cNvSpPr txBox="1">
            <a:spLocks noChangeArrowheads="1"/>
          </p:cNvSpPr>
          <p:nvPr/>
        </p:nvSpPr>
        <p:spPr bwMode="auto">
          <a:xfrm>
            <a:off x="1287793" y="13613798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Motivation and Background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71" name="Text Box 372"/>
          <p:cNvSpPr txBox="1">
            <a:spLocks noChangeArrowheads="1"/>
          </p:cNvSpPr>
          <p:nvPr/>
        </p:nvSpPr>
        <p:spPr bwMode="auto">
          <a:xfrm>
            <a:off x="21036457" y="4502734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Methodology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72" name="AutoShape 23"/>
          <p:cNvSpPr>
            <a:spLocks noChangeArrowheads="1"/>
          </p:cNvSpPr>
          <p:nvPr/>
        </p:nvSpPr>
        <p:spPr bwMode="auto">
          <a:xfrm>
            <a:off x="695995" y="27220453"/>
            <a:ext cx="19180299" cy="4195886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73" name="Text Box 706"/>
          <p:cNvSpPr txBox="1">
            <a:spLocks noChangeArrowheads="1"/>
          </p:cNvSpPr>
          <p:nvPr/>
        </p:nvSpPr>
        <p:spPr bwMode="auto">
          <a:xfrm>
            <a:off x="1211595" y="27280393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Major Contributions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74" name="Text Box 706"/>
          <p:cNvSpPr txBox="1">
            <a:spLocks noChangeArrowheads="1"/>
          </p:cNvSpPr>
          <p:nvPr/>
        </p:nvSpPr>
        <p:spPr bwMode="auto">
          <a:xfrm>
            <a:off x="20830217" y="25327385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>
                <a:latin typeface="Georgia" panose="02040502050405020303" pitchFamily="18" charset="0"/>
              </a:rPr>
              <a:t>Conclusions</a:t>
            </a:r>
            <a:endParaRPr lang="en-US" altLang="en-US" sz="5775">
              <a:latin typeface="Georgia" panose="02040502050405020303" pitchFamily="18" charset="0"/>
            </a:endParaRPr>
          </a:p>
        </p:txBody>
      </p:sp>
      <p:sp>
        <p:nvSpPr>
          <p:cNvPr id="2076" name="AutoShape 576"/>
          <p:cNvSpPr>
            <a:spLocks noChangeArrowheads="1"/>
          </p:cNvSpPr>
          <p:nvPr/>
        </p:nvSpPr>
        <p:spPr bwMode="auto">
          <a:xfrm>
            <a:off x="20513630" y="28467844"/>
            <a:ext cx="18149100" cy="2943499"/>
          </a:xfrm>
          <a:prstGeom prst="flowChartAlternate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892">
              <a:latin typeface="Georgia" panose="02040502050405020303" pitchFamily="18" charset="0"/>
            </a:endParaRPr>
          </a:p>
        </p:txBody>
      </p:sp>
      <p:sp>
        <p:nvSpPr>
          <p:cNvPr id="2077" name="Text Box 706"/>
          <p:cNvSpPr txBox="1">
            <a:spLocks noChangeArrowheads="1"/>
          </p:cNvSpPr>
          <p:nvPr/>
        </p:nvSpPr>
        <p:spPr bwMode="auto">
          <a:xfrm>
            <a:off x="20830217" y="28527785"/>
            <a:ext cx="18149100" cy="58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232275" eaLnBrk="0" hangingPunct="0">
              <a:spcBef>
                <a:spcPct val="20000"/>
              </a:spcBef>
              <a:buChar char="•"/>
              <a:defRPr sz="14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232275" eaLnBrk="0" hangingPunct="0">
              <a:spcBef>
                <a:spcPct val="20000"/>
              </a:spcBef>
              <a:buChar char="–"/>
              <a:defRPr sz="1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232275" eaLnBrk="0" hangingPunct="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232275" eaLnBrk="0" hangingPunct="0">
              <a:spcBef>
                <a:spcPct val="20000"/>
              </a:spcBef>
              <a:buChar char="–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232275" eaLnBrk="0" hangingPunct="0">
              <a:spcBef>
                <a:spcPct val="20000"/>
              </a:spcBef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232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775" b="1" dirty="0">
                <a:latin typeface="Georgia" panose="02040502050405020303" pitchFamily="18" charset="0"/>
              </a:rPr>
              <a:t>Future Work</a:t>
            </a:r>
            <a:endParaRPr lang="en-US" altLang="en-US" sz="5775" dirty="0">
              <a:latin typeface="Georgia" panose="020405020504050203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4320" y="5521736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6694" y="14682751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10353" y="10077267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61913" y="17868435"/>
            <a:ext cx="17633501" cy="222207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  <a:p>
            <a:pPr>
              <a:defRPr/>
            </a:pPr>
            <a:endParaRPr lang="en-US" sz="10892" dirty="0">
              <a:latin typeface="Arial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074805" y="26096631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74805" y="29421909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4715" y="28310634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6593" y="5521736"/>
            <a:ext cx="17633501" cy="12173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750025" indent="-750025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472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Click to edit Master text styles</a:t>
            </a:r>
          </a:p>
          <a:p>
            <a:pPr marL="1200041" lvl="1" indent="-600020">
              <a:buClr>
                <a:srgbClr val="3366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4199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Second level</a:t>
            </a:r>
            <a:endParaRPr lang="en-US" sz="4724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61" lvl="2" indent="-600020">
              <a:buClr>
                <a:srgbClr val="7030A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3674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Third level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41" y="366791"/>
            <a:ext cx="5225836" cy="3596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</TotalTime>
  <Words>95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Georgia</vt:lpstr>
      <vt:lpstr>Verdana</vt:lpstr>
      <vt:lpstr>Wingdings</vt:lpstr>
      <vt:lpstr>Office Theme</vt:lpstr>
      <vt:lpstr>Bitmap Image</vt:lpstr>
      <vt:lpstr>PowerPoint Presentation</vt:lpstr>
    </vt:vector>
  </TitlesOfParts>
  <Company>UMASS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ISVLSI 2014 Poster</dc:title>
  <dc:creator>ISVLSI 2015</dc:creator>
  <cp:lastModifiedBy>LIN, Zhe</cp:lastModifiedBy>
  <cp:revision>156</cp:revision>
  <dcterms:created xsi:type="dcterms:W3CDTF">2007-04-03T21:06:43Z</dcterms:created>
  <dcterms:modified xsi:type="dcterms:W3CDTF">2018-06-17T04:59:54Z</dcterms:modified>
</cp:coreProperties>
</file>